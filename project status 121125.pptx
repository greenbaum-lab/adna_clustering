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</p:sldIdLst>
  <p:sldSz cx="12192000" cy="68580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L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anchor="b">
            <a:noAutofit/>
          </a:bodyPr>
          <a:p>
            <a:pPr algn="ctr">
              <a:lnSpc>
                <a:spcPct val="90000"/>
              </a:lnSpc>
            </a:pPr>
            <a:r>
              <a:rPr b="0" lang="en-US" sz="6000" spc="-1" strike="noStrike">
                <a:solidFill>
                  <a:srgbClr val="000000"/>
                </a:solidFill>
                <a:latin typeface="Aptos Display"/>
              </a:rPr>
              <a:t>Click to edit Master </a:t>
            </a:r>
            <a:r>
              <a:rPr b="0" lang="en-US" sz="6000" spc="-1" strike="noStrike">
                <a:solidFill>
                  <a:srgbClr val="000000"/>
                </a:solidFill>
                <a:latin typeface="Aptos Display"/>
              </a:rPr>
              <a:t>title style</a:t>
            </a:r>
            <a:endParaRPr b="0" lang="en-IL" sz="6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fld id="{50506D8A-2EC5-4CEE-A6EF-BA434E8ABD93}" type="datetime">
              <a:rPr b="0" lang="en-IL" sz="1200" spc="-1" strike="noStrike">
                <a:solidFill>
                  <a:srgbClr val="787878"/>
                </a:solidFill>
                <a:latin typeface="Aptos"/>
              </a:rPr>
              <a:t>11/11/25</a:t>
            </a:fld>
            <a:endParaRPr b="0" lang="en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en" sz="2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7A8A6A00-51E0-4199-B694-6B50B6FA3CA9}" type="slidenum">
              <a:rPr b="0" lang="en-IL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800" spc="-1" strike="noStrike">
                <a:solidFill>
                  <a:srgbClr val="000000"/>
                </a:solidFill>
                <a:latin typeface="Aptos"/>
              </a:rPr>
              <a:t>Click to edit the outline text format</a:t>
            </a:r>
            <a:endParaRPr b="0" lang="en-IL" sz="28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pc="-1" strike="noStrike">
                <a:solidFill>
                  <a:srgbClr val="000000"/>
                </a:solidFill>
                <a:latin typeface="Aptos"/>
              </a:rPr>
              <a:t>Second Outline Level</a:t>
            </a:r>
            <a:endParaRPr b="0" lang="en-IL" sz="20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1800" spc="-1" strike="noStrike">
                <a:solidFill>
                  <a:srgbClr val="000000"/>
                </a:solidFill>
                <a:latin typeface="Aptos"/>
              </a:rPr>
              <a:t>Third Outline Level</a:t>
            </a:r>
            <a:endParaRPr b="0" lang="en-IL" sz="18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1800" spc="-1" strike="noStrike">
                <a:solidFill>
                  <a:srgbClr val="000000"/>
                </a:solidFill>
                <a:latin typeface="Aptos"/>
              </a:rPr>
              <a:t>Fourth Outline Level</a:t>
            </a:r>
            <a:endParaRPr b="0" lang="en-IL" sz="18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pc="-1" strike="noStrike">
                <a:solidFill>
                  <a:srgbClr val="000000"/>
                </a:solidFill>
                <a:latin typeface="Aptos"/>
              </a:rPr>
              <a:t>Fifth Outline Level</a:t>
            </a:r>
            <a:endParaRPr b="0" lang="en-IL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pc="-1" strike="noStrike">
                <a:solidFill>
                  <a:srgbClr val="000000"/>
                </a:solidFill>
                <a:latin typeface="Aptos"/>
              </a:rPr>
              <a:t>Sixth Outline Level</a:t>
            </a:r>
            <a:endParaRPr b="0" lang="en-IL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pc="-1" strike="noStrike">
                <a:solidFill>
                  <a:srgbClr val="000000"/>
                </a:solidFill>
                <a:latin typeface="Aptos"/>
              </a:rPr>
              <a:t>Seventh Outline Level</a:t>
            </a:r>
            <a:endParaRPr b="0" lang="en-IL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9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b="0" lang="en-IL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ptos"/>
              </a:rPr>
              <a:t>Click to edit Master text styles</a:t>
            </a:r>
            <a:endParaRPr b="0" lang="en-IL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Aptos"/>
              </a:rPr>
              <a:t>Second level</a:t>
            </a:r>
            <a:endParaRPr b="0" lang="en-IL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ptos"/>
              </a:rPr>
              <a:t>Third level</a:t>
            </a:r>
            <a:endParaRPr b="0" lang="en-IL" sz="20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Fourth level</a:t>
            </a:r>
            <a:endParaRPr b="0" lang="en-IL" sz="1800" spc="-1" strike="noStrike">
              <a:solidFill>
                <a:srgbClr val="000000"/>
              </a:solidFill>
              <a:latin typeface="Aptos"/>
            </a:endParaRPr>
          </a:p>
          <a:p>
            <a:pPr lvl="4" marL="20574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Aptos"/>
              </a:rPr>
              <a:t>Fifth level</a:t>
            </a:r>
            <a:endParaRPr b="0" lang="en-IL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fld id="{268B9183-2699-4329-9E72-4580C0DB4B85}" type="datetime">
              <a:rPr b="0" lang="en-IL" sz="1200" spc="-1" strike="noStrike">
                <a:solidFill>
                  <a:srgbClr val="787878"/>
                </a:solidFill>
                <a:latin typeface="Aptos"/>
              </a:rPr>
              <a:t>11/11/25</a:t>
            </a:fld>
            <a:endParaRPr b="0" lang="en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en" sz="2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CE526230-9B82-49AE-A206-902DFEF98290}" type="slidenum">
              <a:rPr b="0" lang="en-IL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en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371520" y="428400"/>
            <a:ext cx="10286280" cy="6857640"/>
          </a:xfrm>
          <a:prstGeom prst="rect">
            <a:avLst/>
          </a:prstGeom>
          <a:ln>
            <a:noFill/>
          </a:ln>
        </p:spPr>
      </p:pic>
      <p:pic>
        <p:nvPicPr>
          <p:cNvPr id="83" name="" descr=""/>
          <p:cNvPicPr/>
          <p:nvPr/>
        </p:nvPicPr>
        <p:blipFill>
          <a:blip r:embed="rId2"/>
          <a:stretch/>
        </p:blipFill>
        <p:spPr>
          <a:xfrm>
            <a:off x="-200160" y="1000080"/>
            <a:ext cx="11429640" cy="5714640"/>
          </a:xfrm>
          <a:prstGeom prst="rect">
            <a:avLst/>
          </a:prstGeom>
          <a:ln>
            <a:noFill/>
          </a:ln>
        </p:spPr>
      </p:pic>
      <p:pic>
        <p:nvPicPr>
          <p:cNvPr id="84" name="" descr=""/>
          <p:cNvPicPr/>
          <p:nvPr/>
        </p:nvPicPr>
        <p:blipFill>
          <a:blip r:embed="rId3"/>
          <a:stretch/>
        </p:blipFill>
        <p:spPr>
          <a:xfrm>
            <a:off x="360" y="1280160"/>
            <a:ext cx="11429640" cy="5714640"/>
          </a:xfrm>
          <a:prstGeom prst="rect">
            <a:avLst/>
          </a:prstGeom>
          <a:ln>
            <a:noFill/>
          </a:ln>
        </p:spPr>
      </p:pic>
      <p:pic>
        <p:nvPicPr>
          <p:cNvPr id="85" name="" descr=""/>
          <p:cNvPicPr/>
          <p:nvPr/>
        </p:nvPicPr>
        <p:blipFill>
          <a:blip r:embed="rId4"/>
          <a:stretch/>
        </p:blipFill>
        <p:spPr>
          <a:xfrm>
            <a:off x="-200160" y="1000080"/>
            <a:ext cx="11429640" cy="5714640"/>
          </a:xfrm>
          <a:prstGeom prst="rect">
            <a:avLst/>
          </a:prstGeom>
          <a:ln>
            <a:noFill/>
          </a:ln>
        </p:spPr>
      </p:pic>
      <p:pic>
        <p:nvPicPr>
          <p:cNvPr id="86" name="" descr=""/>
          <p:cNvPicPr/>
          <p:nvPr/>
        </p:nvPicPr>
        <p:blipFill>
          <a:blip r:embed="rId5"/>
          <a:stretch/>
        </p:blipFill>
        <p:spPr>
          <a:xfrm>
            <a:off x="-200160" y="1000080"/>
            <a:ext cx="11429640" cy="5714640"/>
          </a:xfrm>
          <a:prstGeom prst="rect">
            <a:avLst/>
          </a:prstGeom>
          <a:ln>
            <a:noFill/>
          </a:ln>
        </p:spPr>
      </p:pic>
      <p:pic>
        <p:nvPicPr>
          <p:cNvPr id="87" name="" descr=""/>
          <p:cNvPicPr/>
          <p:nvPr/>
        </p:nvPicPr>
        <p:blipFill>
          <a:blip r:embed="rId6"/>
          <a:stretch/>
        </p:blipFill>
        <p:spPr>
          <a:xfrm>
            <a:off x="-200160" y="1952640"/>
            <a:ext cx="11429640" cy="3809520"/>
          </a:xfrm>
          <a:prstGeom prst="rect">
            <a:avLst/>
          </a:prstGeom>
          <a:ln>
            <a:noFill/>
          </a:ln>
        </p:spPr>
      </p:pic>
      <p:pic>
        <p:nvPicPr>
          <p:cNvPr id="88" name="" descr=""/>
          <p:cNvPicPr/>
          <p:nvPr/>
        </p:nvPicPr>
        <p:blipFill>
          <a:blip r:embed="rId7"/>
          <a:stretch/>
        </p:blipFill>
        <p:spPr>
          <a:xfrm>
            <a:off x="-200160" y="1000080"/>
            <a:ext cx="11429640" cy="5714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" descr=""/>
          <p:cNvPicPr/>
          <p:nvPr/>
        </p:nvPicPr>
        <p:blipFill>
          <a:blip r:embed="rId1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0" name="" descr=""/>
          <p:cNvPicPr/>
          <p:nvPr/>
        </p:nvPicPr>
        <p:blipFill>
          <a:blip r:embed="rId2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1" name="" descr=""/>
          <p:cNvPicPr/>
          <p:nvPr/>
        </p:nvPicPr>
        <p:blipFill>
          <a:blip r:embed="rId3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2" name="" descr=""/>
          <p:cNvPicPr/>
          <p:nvPr/>
        </p:nvPicPr>
        <p:blipFill>
          <a:blip r:embed="rId4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3" name="" descr=""/>
          <p:cNvPicPr/>
          <p:nvPr/>
        </p:nvPicPr>
        <p:blipFill>
          <a:blip r:embed="rId5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4" name="" descr=""/>
          <p:cNvPicPr/>
          <p:nvPr/>
        </p:nvPicPr>
        <p:blipFill>
          <a:blip r:embed="rId6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5" name="" descr=""/>
          <p:cNvPicPr/>
          <p:nvPr/>
        </p:nvPicPr>
        <p:blipFill>
          <a:blip r:embed="rId7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  <p:pic>
        <p:nvPicPr>
          <p:cNvPr id="96" name="" descr=""/>
          <p:cNvPicPr/>
          <p:nvPr/>
        </p:nvPicPr>
        <p:blipFill>
          <a:blip r:embed="rId8"/>
          <a:stretch/>
        </p:blipFill>
        <p:spPr>
          <a:xfrm>
            <a:off x="1704960" y="1000080"/>
            <a:ext cx="7619760" cy="5714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29802</TotalTime>
  <Application>LibreOffice/6.4.7.2$Linux_X86_64 LibreOffice_project/40$Build-2</Application>
  <Words>605</Words>
  <Paragraphs>157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2025-08-06T08:37:44Z</dcterms:created>
  <dc:creator>alon carmeli</dc:creator>
  <dc:description/>
  <dc:language>en</dc:language>
  <cp:lastModifiedBy/>
  <dcterms:modified xsi:type="dcterms:W3CDTF">2025-11-11T12:06:04Z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6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15</vt:i4>
  </property>
</Properties>
</file>