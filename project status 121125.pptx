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9.png" ContentType="image/png"/>
  <Override PartName="/ppt/media/image14.png" ContentType="image/png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0.png" ContentType="image/png"/>
  <Override PartName="/ppt/media/image6.png" ContentType="image/png"/>
  <Override PartName="/ppt/media/image11.png" ContentType="image/png"/>
  <Override PartName="/ppt/media/image7.png" ContentType="image/png"/>
  <Override PartName="/ppt/media/image12.png" ContentType="image/png"/>
  <Override PartName="/ppt/media/image8.png" ContentType="image/png"/>
  <Override PartName="/ppt/media/image13.png" ContentType="image/png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2192000" cy="68580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6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6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1523880" y="1122480"/>
            <a:ext cx="9143280" cy="11064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6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6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" sz="1800" spc="-1" strike="noStrike">
                <a:latin typeface="Arial"/>
              </a:rPr>
              <a:t>C</a:t>
            </a:r>
            <a:r>
              <a:rPr b="0" lang="en" sz="1800" spc="-1" strike="noStrike">
                <a:latin typeface="Arial"/>
              </a:rPr>
              <a:t>l</a:t>
            </a:r>
            <a:r>
              <a:rPr b="0" lang="en" sz="1800" spc="-1" strike="noStrike">
                <a:latin typeface="Arial"/>
              </a:rPr>
              <a:t>i</a:t>
            </a:r>
            <a:r>
              <a:rPr b="0" lang="en" sz="1800" spc="-1" strike="noStrike">
                <a:latin typeface="Arial"/>
              </a:rPr>
              <a:t>c</a:t>
            </a:r>
            <a:r>
              <a:rPr b="0" lang="en" sz="1800" spc="-1" strike="noStrike">
                <a:latin typeface="Arial"/>
              </a:rPr>
              <a:t>k</a:t>
            </a:r>
            <a:r>
              <a:rPr b="0" lang="en" sz="1800" spc="-1" strike="noStrike">
                <a:latin typeface="Arial"/>
              </a:rPr>
              <a:t> </a:t>
            </a:r>
            <a:r>
              <a:rPr b="0" lang="en" sz="1800" spc="-1" strike="noStrike">
                <a:latin typeface="Arial"/>
              </a:rPr>
              <a:t>t</a:t>
            </a:r>
            <a:r>
              <a:rPr b="0" lang="en" sz="1800" spc="-1" strike="noStrike">
                <a:latin typeface="Arial"/>
              </a:rPr>
              <a:t>o</a:t>
            </a:r>
            <a:r>
              <a:rPr b="0" lang="en" sz="1800" spc="-1" strike="noStrike">
                <a:latin typeface="Arial"/>
              </a:rPr>
              <a:t> </a:t>
            </a:r>
            <a:r>
              <a:rPr b="0" lang="en" sz="1800" spc="-1" strike="noStrike">
                <a:latin typeface="Arial"/>
              </a:rPr>
              <a:t>e</a:t>
            </a:r>
            <a:r>
              <a:rPr b="0" lang="en" sz="1800" spc="-1" strike="noStrike">
                <a:latin typeface="Arial"/>
              </a:rPr>
              <a:t>d</a:t>
            </a:r>
            <a:r>
              <a:rPr b="0" lang="en" sz="1800" spc="-1" strike="noStrike">
                <a:latin typeface="Arial"/>
              </a:rPr>
              <a:t>i</a:t>
            </a:r>
            <a:r>
              <a:rPr b="0" lang="en" sz="1800" spc="-1" strike="noStrike">
                <a:latin typeface="Arial"/>
              </a:rPr>
              <a:t>t</a:t>
            </a:r>
            <a:r>
              <a:rPr b="0" lang="en" sz="1800" spc="-1" strike="noStrike">
                <a:latin typeface="Arial"/>
              </a:rPr>
              <a:t> </a:t>
            </a:r>
            <a:r>
              <a:rPr b="0" lang="en" sz="1800" spc="-1" strike="noStrike">
                <a:latin typeface="Arial"/>
              </a:rPr>
              <a:t>t</a:t>
            </a:r>
            <a:r>
              <a:rPr b="0" lang="en" sz="1800" spc="-1" strike="noStrike">
                <a:latin typeface="Arial"/>
              </a:rPr>
              <a:t>h</a:t>
            </a:r>
            <a:r>
              <a:rPr b="0" lang="en" sz="1800" spc="-1" strike="noStrike">
                <a:latin typeface="Arial"/>
              </a:rPr>
              <a:t>e</a:t>
            </a:r>
            <a:r>
              <a:rPr b="0" lang="en" sz="1800" spc="-1" strike="noStrike">
                <a:latin typeface="Arial"/>
              </a:rPr>
              <a:t> </a:t>
            </a:r>
            <a:r>
              <a:rPr b="0" lang="en" sz="1800" spc="-1" strike="noStrike">
                <a:latin typeface="Arial"/>
              </a:rPr>
              <a:t>t</a:t>
            </a:r>
            <a:r>
              <a:rPr b="0" lang="en" sz="1800" spc="-1" strike="noStrike">
                <a:latin typeface="Arial"/>
              </a:rPr>
              <a:t>i</a:t>
            </a:r>
            <a:r>
              <a:rPr b="0" lang="en" sz="1800" spc="-1" strike="noStrike">
                <a:latin typeface="Arial"/>
              </a:rPr>
              <a:t>t</a:t>
            </a:r>
            <a:r>
              <a:rPr b="0" lang="en" sz="1800" spc="-1" strike="noStrike">
                <a:latin typeface="Arial"/>
              </a:rPr>
              <a:t>l</a:t>
            </a:r>
            <a:r>
              <a:rPr b="0" lang="en" sz="1800" spc="-1" strike="noStrike">
                <a:latin typeface="Arial"/>
              </a:rPr>
              <a:t>e</a:t>
            </a:r>
            <a:r>
              <a:rPr b="0" lang="en" sz="1800" spc="-1" strike="noStrike">
                <a:latin typeface="Arial"/>
              </a:rPr>
              <a:t> </a:t>
            </a:r>
            <a:r>
              <a:rPr b="0" lang="en" sz="1800" spc="-1" strike="noStrike">
                <a:latin typeface="Arial"/>
              </a:rPr>
              <a:t>t</a:t>
            </a:r>
            <a:r>
              <a:rPr b="0" lang="en" sz="1800" spc="-1" strike="noStrike">
                <a:latin typeface="Arial"/>
              </a:rPr>
              <a:t>e</a:t>
            </a:r>
            <a:r>
              <a:rPr b="0" lang="en" sz="1800" spc="-1" strike="noStrike">
                <a:latin typeface="Arial"/>
              </a:rPr>
              <a:t>x</a:t>
            </a:r>
            <a:r>
              <a:rPr b="0" lang="en" sz="1800" spc="-1" strike="noStrike">
                <a:latin typeface="Arial"/>
              </a:rPr>
              <a:t>t</a:t>
            </a:r>
            <a:r>
              <a:rPr b="0" lang="en" sz="1800" spc="-1" strike="noStrike">
                <a:latin typeface="Arial"/>
              </a:rPr>
              <a:t> </a:t>
            </a:r>
            <a:r>
              <a:rPr b="0" lang="en" sz="1800" spc="-1" strike="noStrike">
                <a:latin typeface="Arial"/>
              </a:rPr>
              <a:t>f</a:t>
            </a:r>
            <a:r>
              <a:rPr b="0" lang="en" sz="1800" spc="-1" strike="noStrike">
                <a:latin typeface="Arial"/>
              </a:rPr>
              <a:t>o</a:t>
            </a:r>
            <a:r>
              <a:rPr b="0" lang="en" sz="1800" spc="-1" strike="noStrike">
                <a:latin typeface="Arial"/>
              </a:rPr>
              <a:t>r</a:t>
            </a:r>
            <a:r>
              <a:rPr b="0" lang="en" sz="1800" spc="-1" strike="noStrike">
                <a:latin typeface="Arial"/>
              </a:rPr>
              <a:t>m</a:t>
            </a:r>
            <a:r>
              <a:rPr b="0" lang="en" sz="1800" spc="-1" strike="noStrike">
                <a:latin typeface="Arial"/>
              </a:rPr>
              <a:t>a</a:t>
            </a:r>
            <a:r>
              <a:rPr b="0" lang="en" sz="1800" spc="-1" strike="noStrike">
                <a:latin typeface="Arial"/>
              </a:rPr>
              <a:t>t</a:t>
            </a:r>
            <a:endParaRPr b="0" lang="en" sz="18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" sz="1800" spc="-1" strike="noStrike">
                <a:latin typeface="Arial"/>
              </a:rPr>
              <a:t>Click to edit the outline text format</a:t>
            </a:r>
            <a:endParaRPr b="0" lang="en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" sz="1800" spc="-1" strike="noStrike">
                <a:latin typeface="Arial"/>
              </a:rPr>
              <a:t>Second Outline Level</a:t>
            </a:r>
            <a:endParaRPr b="0" lang="en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" sz="1800" spc="-1" strike="noStrike">
                <a:latin typeface="Arial"/>
              </a:rPr>
              <a:t>Third Outline Level</a:t>
            </a:r>
            <a:endParaRPr b="0" lang="en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" sz="1800" spc="-1" strike="noStrike">
                <a:latin typeface="Arial"/>
              </a:rPr>
              <a:t>Fourth Outline Level</a:t>
            </a:r>
            <a:endParaRPr b="0" lang="en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" sz="1800" spc="-1" strike="noStrike">
                <a:latin typeface="Arial"/>
              </a:rPr>
              <a:t>Fifth Outline Level</a:t>
            </a:r>
            <a:endParaRPr b="0" lang="en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" sz="1800" spc="-1" strike="noStrike">
                <a:latin typeface="Arial"/>
              </a:rPr>
              <a:t>Sixth Outline Level</a:t>
            </a:r>
            <a:endParaRPr b="0" lang="en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" sz="1800" spc="-1" strike="noStrike">
                <a:latin typeface="Arial"/>
              </a:rPr>
              <a:t>Seventh Outline Level</a:t>
            </a:r>
            <a:endParaRPr b="0" lang="en" sz="18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" descr=""/>
          <p:cNvPicPr/>
          <p:nvPr/>
        </p:nvPicPr>
        <p:blipFill>
          <a:blip r:embed="rId1"/>
          <a:stretch/>
        </p:blipFill>
        <p:spPr>
          <a:xfrm>
            <a:off x="2194560" y="945000"/>
            <a:ext cx="5486040" cy="1523880"/>
          </a:xfrm>
          <a:prstGeom prst="rect">
            <a:avLst/>
          </a:prstGeom>
          <a:ln>
            <a:noFill/>
          </a:ln>
        </p:spPr>
      </p:pic>
      <p:pic>
        <p:nvPicPr>
          <p:cNvPr id="39" name="" descr=""/>
          <p:cNvPicPr/>
          <p:nvPr/>
        </p:nvPicPr>
        <p:blipFill>
          <a:blip r:embed="rId2"/>
          <a:stretch/>
        </p:blipFill>
        <p:spPr>
          <a:xfrm>
            <a:off x="91440" y="1015200"/>
            <a:ext cx="2118240" cy="1270800"/>
          </a:xfrm>
          <a:prstGeom prst="rect">
            <a:avLst/>
          </a:prstGeom>
          <a:ln>
            <a:noFill/>
          </a:ln>
        </p:spPr>
      </p:pic>
      <p:pic>
        <p:nvPicPr>
          <p:cNvPr id="40" name="" descr=""/>
          <p:cNvPicPr/>
          <p:nvPr/>
        </p:nvPicPr>
        <p:blipFill>
          <a:blip r:embed="rId3"/>
          <a:stretch/>
        </p:blipFill>
        <p:spPr>
          <a:xfrm>
            <a:off x="2164320" y="2466000"/>
            <a:ext cx="5607360" cy="1557360"/>
          </a:xfrm>
          <a:prstGeom prst="rect">
            <a:avLst/>
          </a:prstGeom>
          <a:ln>
            <a:noFill/>
          </a:ln>
        </p:spPr>
      </p:pic>
      <p:pic>
        <p:nvPicPr>
          <p:cNvPr id="41" name="" descr=""/>
          <p:cNvPicPr/>
          <p:nvPr/>
        </p:nvPicPr>
        <p:blipFill>
          <a:blip r:embed="rId4"/>
          <a:stretch/>
        </p:blipFill>
        <p:spPr>
          <a:xfrm>
            <a:off x="-304560" y="2450520"/>
            <a:ext cx="2468880" cy="1481400"/>
          </a:xfrm>
          <a:prstGeom prst="rect">
            <a:avLst/>
          </a:prstGeom>
          <a:ln>
            <a:noFill/>
          </a:ln>
        </p:spPr>
      </p:pic>
      <p:pic>
        <p:nvPicPr>
          <p:cNvPr id="42" name="" descr=""/>
          <p:cNvPicPr/>
          <p:nvPr/>
        </p:nvPicPr>
        <p:blipFill>
          <a:blip r:embed="rId5"/>
          <a:stretch/>
        </p:blipFill>
        <p:spPr>
          <a:xfrm>
            <a:off x="2347200" y="4050720"/>
            <a:ext cx="5425200" cy="1506600"/>
          </a:xfrm>
          <a:prstGeom prst="rect">
            <a:avLst/>
          </a:prstGeom>
          <a:ln>
            <a:noFill/>
          </a:ln>
        </p:spPr>
      </p:pic>
      <p:pic>
        <p:nvPicPr>
          <p:cNvPr id="43" name="" descr=""/>
          <p:cNvPicPr/>
          <p:nvPr/>
        </p:nvPicPr>
        <p:blipFill>
          <a:blip r:embed="rId6"/>
          <a:stretch/>
        </p:blipFill>
        <p:spPr>
          <a:xfrm>
            <a:off x="0" y="3978000"/>
            <a:ext cx="2347200" cy="1408320"/>
          </a:xfrm>
          <a:prstGeom prst="rect">
            <a:avLst/>
          </a:prstGeom>
          <a:ln>
            <a:noFill/>
          </a:ln>
        </p:spPr>
      </p:pic>
      <p:pic>
        <p:nvPicPr>
          <p:cNvPr id="44" name="" descr=""/>
          <p:cNvPicPr/>
          <p:nvPr/>
        </p:nvPicPr>
        <p:blipFill>
          <a:blip r:embed="rId7"/>
          <a:stretch/>
        </p:blipFill>
        <p:spPr>
          <a:xfrm>
            <a:off x="10028160" y="1005840"/>
            <a:ext cx="5150880" cy="1430640"/>
          </a:xfrm>
          <a:prstGeom prst="rect">
            <a:avLst/>
          </a:prstGeom>
          <a:ln>
            <a:noFill/>
          </a:ln>
        </p:spPr>
      </p:pic>
      <p:pic>
        <p:nvPicPr>
          <p:cNvPr id="45" name="" descr=""/>
          <p:cNvPicPr/>
          <p:nvPr/>
        </p:nvPicPr>
        <p:blipFill>
          <a:blip r:embed="rId8"/>
          <a:stretch/>
        </p:blipFill>
        <p:spPr>
          <a:xfrm>
            <a:off x="7589520" y="945000"/>
            <a:ext cx="2387520" cy="1432440"/>
          </a:xfrm>
          <a:prstGeom prst="rect">
            <a:avLst/>
          </a:prstGeom>
          <a:ln>
            <a:noFill/>
          </a:ln>
        </p:spPr>
      </p:pic>
      <p:pic>
        <p:nvPicPr>
          <p:cNvPr id="46" name="" descr=""/>
          <p:cNvPicPr/>
          <p:nvPr/>
        </p:nvPicPr>
        <p:blipFill>
          <a:blip r:embed="rId9"/>
          <a:stretch/>
        </p:blipFill>
        <p:spPr>
          <a:xfrm>
            <a:off x="10698480" y="2597400"/>
            <a:ext cx="3817440" cy="1060200"/>
          </a:xfrm>
          <a:prstGeom prst="rect">
            <a:avLst/>
          </a:prstGeom>
          <a:ln>
            <a:noFill/>
          </a:ln>
        </p:spPr>
      </p:pic>
      <p:pic>
        <p:nvPicPr>
          <p:cNvPr id="47" name="" descr=""/>
          <p:cNvPicPr/>
          <p:nvPr/>
        </p:nvPicPr>
        <p:blipFill>
          <a:blip r:embed="rId10"/>
          <a:stretch/>
        </p:blipFill>
        <p:spPr>
          <a:xfrm>
            <a:off x="7848720" y="2514600"/>
            <a:ext cx="2666880" cy="1600200"/>
          </a:xfrm>
          <a:prstGeom prst="rect">
            <a:avLst/>
          </a:prstGeom>
          <a:ln>
            <a:noFill/>
          </a:ln>
        </p:spPr>
      </p:pic>
      <p:pic>
        <p:nvPicPr>
          <p:cNvPr id="48" name="" descr=""/>
          <p:cNvPicPr/>
          <p:nvPr/>
        </p:nvPicPr>
        <p:blipFill>
          <a:blip r:embed="rId11"/>
          <a:stretch/>
        </p:blipFill>
        <p:spPr>
          <a:xfrm>
            <a:off x="11338560" y="4023360"/>
            <a:ext cx="4937760" cy="1371600"/>
          </a:xfrm>
          <a:prstGeom prst="rect">
            <a:avLst/>
          </a:prstGeom>
          <a:ln>
            <a:noFill/>
          </a:ln>
        </p:spPr>
      </p:pic>
      <p:pic>
        <p:nvPicPr>
          <p:cNvPr id="49" name="" descr=""/>
          <p:cNvPicPr/>
          <p:nvPr/>
        </p:nvPicPr>
        <p:blipFill>
          <a:blip r:embed="rId12"/>
          <a:stretch/>
        </p:blipFill>
        <p:spPr>
          <a:xfrm>
            <a:off x="8488800" y="4572000"/>
            <a:ext cx="2301120" cy="1380600"/>
          </a:xfrm>
          <a:prstGeom prst="rect">
            <a:avLst/>
          </a:prstGeom>
          <a:ln>
            <a:noFill/>
          </a:ln>
        </p:spPr>
      </p:pic>
      <p:pic>
        <p:nvPicPr>
          <p:cNvPr id="50" name="" descr=""/>
          <p:cNvPicPr/>
          <p:nvPr/>
        </p:nvPicPr>
        <p:blipFill>
          <a:blip r:embed="rId13"/>
          <a:stretch/>
        </p:blipFill>
        <p:spPr>
          <a:xfrm>
            <a:off x="6827760" y="-3383280"/>
            <a:ext cx="12191760" cy="3386160"/>
          </a:xfrm>
          <a:prstGeom prst="rect">
            <a:avLst/>
          </a:prstGeom>
          <a:ln>
            <a:noFill/>
          </a:ln>
        </p:spPr>
      </p:pic>
      <p:pic>
        <p:nvPicPr>
          <p:cNvPr id="51" name="" descr=""/>
          <p:cNvPicPr/>
          <p:nvPr/>
        </p:nvPicPr>
        <p:blipFill>
          <a:blip r:embed="rId14"/>
          <a:stretch/>
        </p:blipFill>
        <p:spPr>
          <a:xfrm>
            <a:off x="822960" y="-3200400"/>
            <a:ext cx="5486400" cy="32918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29828</TotalTime>
  <Application>LibreOffice/6.4.7.2$Linux_X86_64 LibreOffice_project/40$Build-2</Application>
  <Words>605</Words>
  <Paragraphs>157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2025-08-06T08:37:44Z</dcterms:created>
  <dc:creator>alon carmeli</dc:creator>
  <dc:description/>
  <dc:language>en</dc:language>
  <cp:lastModifiedBy/>
  <dcterms:modified xsi:type="dcterms:W3CDTF">2025-12-02T15:22:46Z</dcterms:modified>
  <cp:revision>26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6</vt:i4>
  </property>
  <property fmtid="{D5CDD505-2E9C-101B-9397-08002B2CF9AE}" pid="8" name="PresentationFormat">
    <vt:lpwstr>Widescreen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15</vt:i4>
  </property>
</Properties>
</file>